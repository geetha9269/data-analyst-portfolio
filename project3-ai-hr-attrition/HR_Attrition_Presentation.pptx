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F497D"/>
                </a:solidFill>
              </a:rPr>
              <a:t>HR Attrition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Executive Report</a:t>
            </a:r>
          </a:p>
          <a:p>
            <a:r>
              <a:t>May 2026</a:t>
            </a:r>
          </a:p>
          <a:p>
            <a:r>
              <a:t>Total Employees: 1470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Total Employees: 1470</a:t>
            </a:r>
          </a:p>
          <a:p>
            <a:r>
              <a:t>📉 Overall Attrition Rate: 16.12%</a:t>
            </a:r>
          </a:p>
          <a:p>
            <a:r>
              <a:t>💰 Avg Income Left: $4,787.0</a:t>
            </a:r>
          </a:p>
          <a:p>
            <a:r>
              <a:t>💰 Avg Income Stayed: $6,833.0</a:t>
            </a:r>
          </a:p>
          <a:p>
            <a:r>
              <a:t>⏰ Overtime Attrition: 30.53%</a:t>
            </a:r>
          </a:p>
          <a:p>
            <a:r>
              <a:t>✅ No Overtime Attrition: 10.44%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🏢 Human Resources: 19.05%</a:t>
            </a:r>
          </a:p>
          <a:p>
            <a:r>
              <a:t>🏢 Research &amp; Development: 13.84%</a:t>
            </a:r>
          </a:p>
          <a:p>
            <a:r>
              <a:t>🏢 Sales: 20.63%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High-Risk Job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Sales Representative: 39.76%</a:t>
            </a:r>
          </a:p>
          <a:p>
            <a:r>
              <a:t>2. Laboratory Technician: 23.94%</a:t>
            </a:r>
          </a:p>
          <a:p>
            <a:r>
              <a:t>3. Human Resources: 23.08%</a:t>
            </a:r>
          </a:p>
          <a:p>
            <a:r>
              <a:t>4. Sales Executive: 17.48%</a:t>
            </a:r>
          </a:p>
          <a:p>
            <a:r>
              <a:t>5. Research Scientist: 16.1%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Conduct compensation review</a:t>
            </a:r>
          </a:p>
          <a:p>
            <a:r>
              <a:t>   → Left employees earn $2,046 less per month</a:t>
            </a:r>
          </a:p>
          <a:p/>
          <a:p>
            <a:r>
              <a:t>2. Address overtime culture</a:t>
            </a:r>
          </a:p>
          <a:p>
            <a:r>
              <a:t>   → Overtime triples attrition risk</a:t>
            </a:r>
          </a:p>
          <a:p/>
          <a:p>
            <a:r>
              <a:t>3. Focus on Sales department</a:t>
            </a:r>
          </a:p>
          <a:p>
            <a:r>
              <a:t>   → Highest attrition at 20.63%</a:t>
            </a:r>
          </a:p>
          <a:p/>
          <a:p>
            <a:r>
              <a:t>4. Retain Sales Representatives</a:t>
            </a:r>
          </a:p>
          <a:p>
            <a:r>
              <a:t>   → Sales Representative at 39.76% attrition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Required:</a:t>
            </a:r>
          </a:p>
          <a:p/>
          <a:p>
            <a:r>
              <a:t>✅ Review compensation for high-risk roles</a:t>
            </a:r>
          </a:p>
          <a:p>
            <a:r>
              <a:t>✅ Implement overtime reduction policies</a:t>
            </a:r>
          </a:p>
          <a:p>
            <a:r>
              <a:t>✅ Launch Sales dept retention program</a:t>
            </a:r>
          </a:p>
          <a:p>
            <a:r>
              <a:t>✅ Conduct employee satisfaction surveys</a:t>
            </a:r>
          </a:p>
          <a:p>
            <a:r>
              <a:t>✅ Set up monthly attrition tracking dashboard</a:t>
            </a:r>
          </a:p>
          <a:p/>
          <a:p>
            <a:r>
              <a:t>Target: Reduce attrition from 16.12% to below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